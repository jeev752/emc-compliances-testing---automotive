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1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7A477-CA31-8247-7AEA-7BE9BB843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28A74C-0DB1-B002-5E75-5EF8E791E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8C83B-D353-14CC-9C30-D66A1CBCA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D1AE-795F-4317-80AF-6E23BBA34D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F5FFA-D08B-2595-D29D-959735DF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8CCDA-67E2-4A13-A6CF-F58C11EDD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E16D-A426-42CC-8B91-4A13B9A47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87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7E41C-8603-1E02-3BF6-EFEB7A149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30C92-1AC6-87A6-5B4A-7157CCDF2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EE463-F42B-E0D1-6C37-B53936B88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D1AE-795F-4317-80AF-6E23BBA34D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261EA-23EA-094E-86FC-E20868A2A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D8DA6-41CF-6CE5-DCC1-12360D2D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E16D-A426-42CC-8B91-4A13B9A47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33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CEB42-9BB6-6539-FD60-A67FF971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4FD8C-2B03-ECE7-E4D9-157B9DA5C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419F5-A655-76C4-AE5B-04363439F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D1AE-795F-4317-80AF-6E23BBA34D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2A523-2F88-ADC0-A1D4-B38AEAFD6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31553-CA5A-065E-0921-DEDD8028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E16D-A426-42CC-8B91-4A13B9A47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74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573A0-2E5B-7D82-022F-837F7FE08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13EB7-012E-84FE-D694-FC3288F12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EAC38-F3CC-9168-68A9-9737748E0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0EE83-F536-8535-4BA1-6EF36E95D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D1AE-795F-4317-80AF-6E23BBA34D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00DAA-0157-7378-3F12-B9BCF3868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50A8A-6AEE-EC26-FA65-EB868279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E16D-A426-42CC-8B91-4A13B9A47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22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7A82C-2A8A-835D-8CF3-60EF1B06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F7605-C258-CC53-372D-A61792E71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BB2A4-D424-AA28-2989-8C80FEACA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6E06B8-C001-F3C6-7168-664844292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7CF59A-1125-C5A9-3FB7-8121B8654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CD35BA-C445-F9F2-4C47-4159A1017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D1AE-795F-4317-80AF-6E23BBA34D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011D69-F828-E091-FC02-80A998B7E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76D8BD-9664-FDFB-D4F6-01ED32AFA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E16D-A426-42CC-8B91-4A13B9A47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370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6610-8589-4305-986F-182C4AF79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F7E9B-8A1F-509C-DF45-287A6EA20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D1AE-795F-4317-80AF-6E23BBA34D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8D25B-FBB8-0B20-4043-0A5B0DB6A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961EE-F824-38B9-1B4F-08D7E3F89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E16D-A426-42CC-8B91-4A13B9A47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147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754F51-E83B-7FA5-60D7-0FF0EA11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D1AE-795F-4317-80AF-6E23BBA34D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E4EBD0-9A55-B161-29E9-3717A64D4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320EF-9A31-1C49-AAD2-637CCCFFF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E16D-A426-42CC-8B91-4A13B9A47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71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4F207-F5D1-C09A-973F-50CD513A5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AEE6C-2A6D-70F7-7A61-4C422257E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4EAC6-E356-420F-9317-23FD9EF99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35804-AE40-8D25-AA90-BB2110BB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D1AE-795F-4317-80AF-6E23BBA34D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4FFAA-86C8-4990-4C1C-D9F9B780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776CB-3956-88E6-697E-961EC61E6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E16D-A426-42CC-8B91-4A13B9A47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237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D4E10-74F9-29A4-6C04-FDF8FE09B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37C2DB-86FB-688A-052F-B7FFCEF62FD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BA172-034B-0501-9564-00414D40D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D5C6F-4927-A50B-36A2-B53E86D8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D1AE-795F-4317-80AF-6E23BBA34D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037DF-7254-3DDA-A2F2-B6BF3496F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6924F-E3A1-AA37-88B9-B913B059D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E16D-A426-42CC-8B91-4A13B9A47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485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51529-B472-95E1-E5E6-CE53C6596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0D5B6-9D28-23C1-E7B2-77D1508C7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AB869-C867-925C-F5DB-47E916F3F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D1AE-795F-4317-80AF-6E23BBA34D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8E618-8CC3-44F8-7333-3F440E3DE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50F86-8163-815B-4F5D-87B5BAF3F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E16D-A426-42CC-8B91-4A13B9A47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092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6B10CF-6A8F-847F-32CD-47C895CCA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5C606-2D34-CE47-4A50-B33577908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4DE23-B502-C1F0-484B-3C52670F5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D1AE-795F-4317-80AF-6E23BBA34D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9BA43-77D3-CF16-E0B4-186967B61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E5F06-4C16-6EE8-D4CD-3ADA02697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E16D-A426-42CC-8B91-4A13B9A47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827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D4353D-41A1-6D30-C8DC-E3BB2FD2E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BE042-BD61-AD37-43E4-1D2E383B6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4EE4F-830E-541A-C54E-2A543B0BE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7D1AE-795F-4317-80AF-6E23BBA34D8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9403D-3C17-B5B4-466C-6B358EEB3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40DD5-A6C2-71C0-83A9-C82F0FBAD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BE16D-A426-42CC-8B91-4A13B9A47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467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102F4E8-D126-0D9E-BADA-61596D409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021" y="436898"/>
            <a:ext cx="10826414" cy="602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02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DC0A47-D5B9-BD08-D104-AD4E7D0D16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080" y="474422"/>
            <a:ext cx="11260751" cy="500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582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53AFA2-1FE2-370F-910F-34A878E44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1614" y="490815"/>
            <a:ext cx="10494644" cy="592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1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088E7E-E1E0-6C7F-92CA-D9A10D14B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2080" y="616257"/>
            <a:ext cx="10996126" cy="566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757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D3A339-7542-21B2-C19A-044F77218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148" y="397678"/>
            <a:ext cx="10797755" cy="594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398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3DC3E3-8772-F70F-D8C9-CA464B0F6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079" y="350895"/>
            <a:ext cx="11000879" cy="602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334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581DEA-4D0C-6753-1D42-9CEA9E105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8471" y="488438"/>
            <a:ext cx="10536781" cy="583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55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C0A3F3-823D-731D-80A6-216D90543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653" y="597505"/>
            <a:ext cx="10664693" cy="566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415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9A0932-80BD-B3AD-8908-66C7A93FCA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839" y="389141"/>
            <a:ext cx="10938231" cy="606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35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A040A2-2301-DF37-1379-7B3F81EDC5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069" y="576928"/>
            <a:ext cx="10631337" cy="568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392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7EF6DA-B4BF-CFE3-2B60-327C27BBA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4189" y="537598"/>
            <a:ext cx="10412069" cy="561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13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2E5477-CD8B-6EC7-0D25-39C82DC146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9110" y="567095"/>
            <a:ext cx="10810437" cy="562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265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5AF808-02B6-E88F-8078-C9F2B2B95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318" y="567096"/>
            <a:ext cx="10388766" cy="582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47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B00B2F-D416-1A11-9D13-A2C7BA818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0998" y="547430"/>
            <a:ext cx="10708215" cy="579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7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702705-D72D-18C2-6969-55D373FF7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5960" y="527767"/>
            <a:ext cx="10695769" cy="575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25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831B5B-B1C6-0F8F-B221-E5609C492B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0763" y="311456"/>
            <a:ext cx="10563315" cy="603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320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304BE5-9678-147F-FB50-64D7A9AF2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612" y="468773"/>
            <a:ext cx="10741782" cy="595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0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57AA11-26AF-033A-ECDD-0EC01C2E6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3496" y="439276"/>
            <a:ext cx="10827897" cy="609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33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085E31-3556-211A-1321-FE3FE0C1FC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621" y="390114"/>
            <a:ext cx="10931766" cy="578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401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478416-64F2-D14A-826F-2111A1CAEC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851" y="439276"/>
            <a:ext cx="10734219" cy="589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988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7D7651-E08A-83BE-D3B2-8C11CCEA8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695" y="419612"/>
            <a:ext cx="10672859" cy="573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0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Lakhinana Jeevana Rao</dc:creator>
  <cp:lastModifiedBy>Lakhinana Jeevana Rao</cp:lastModifiedBy>
  <cp:revision>1</cp:revision>
  <dcterms:created xsi:type="dcterms:W3CDTF">2026-10-11T10:40:53Z</dcterms:created>
  <dcterms:modified xsi:type="dcterms:W3CDTF">2026-10-11T10:59:29Z</dcterms:modified>
</cp:coreProperties>
</file>